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1338" y="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Vulnhalla: Orchestrated Static-Analysis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6F4"/>
                </a:solidFill>
                <a:latin typeface="Segoe UI"/>
              </a:defRPr>
            </a:pPr>
            <a:r>
              <a:t>CID 25863  ·  Memory — Illegal Accesses (Uninitialized Use)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Cascadia Code"/>
              </a:defRPr>
            </a:pPr>
            <a:r>
              <a:t>fx_draw.cpp, line 104  →  FX_DrawModularParticles(&amp;drawState,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Segoe UI"/>
              </a:defRPr>
            </a:pPr>
            <a:r>
              <a:t>Plan  →  Investigate  →  Synthesize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Planner Input — What the LLM Actually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C7086"/>
                </a:solidFill>
                <a:latin typeface="Segoe UI"/>
              </a:defRPr>
            </a:pPr>
            <a:r>
              <a:t>Issue Overview (from Coverity export):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34747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FAB387"/>
                </a:solidFill>
                <a:latin typeface="Cascadia Code"/>
              </a:defRPr>
            </a:pPr>
            <a:r>
              <a:t>Name: 25863</a:t>
            </a:r>
            <a:br/>
            <a:r>
              <a:t>Description: Memory - illegal accesses</a:t>
            </a:r>
            <a:br/>
            <a:r>
              <a:t>Message:</a:t>
            </a:r>
            <a:br/>
            <a:r>
              <a:t>  Event uninit_use_in_call : Using uninitialized</a:t>
            </a:r>
            <a:br/>
            <a:r>
              <a:t>  element of array "drawState.atlasDataOffsets"</a:t>
            </a:r>
            <a:br/>
            <a:r>
              <a:t>  when calling "FX_DrawModularParticles".</a:t>
            </a:r>
            <a:br/>
            <a:r>
              <a:t>  Event uninit_use_in_call : Using uninitialized</a:t>
            </a:r>
            <a:br/>
            <a:r>
              <a:t>  value "drawState.flareSurfGlob" when calling</a:t>
            </a:r>
            <a:br/>
            <a:r>
              <a:t>  "FX_DrawModularParticles".</a:t>
            </a:r>
            <a:br/>
            <a:r>
              <a:t>  Event uninit_use_in_call : Using uninitialized</a:t>
            </a:r>
            <a:br/>
            <a:r>
              <a:t>  element of array "drawState.padding" when</a:t>
            </a:r>
            <a:br/>
            <a:r>
              <a:t>  calling "FX_DrawModularParticles".</a:t>
            </a:r>
            <a:br/>
            <a:r>
              <a:t>Location: fx_draw.cpp:104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C7086"/>
                </a:solidFill>
                <a:latin typeface="Segoe UI"/>
              </a:defRPr>
            </a:pPr>
            <a:r>
              <a:t>Flagged source code (auto-extracted around line 104):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34747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A6E3A1"/>
                </a:solidFill>
                <a:latin typeface="Cascadia Code"/>
              </a:defRPr>
            </a:pPr>
            <a:r>
              <a:t>62: static void FXIR_DrawSpriteElems(...)</a:t>
            </a:r>
            <a:br/>
            <a:r>
              <a:t>65:   FxDrawState drawState;</a:t>
            </a:r>
            <a:br/>
            <a:r>
              <a:t>67:   DebugWipe(&amp;drawState, sizeof(drawState));</a:t>
            </a:r>
            <a:br/>
            <a:r>
              <a:t>      ...</a:t>
            </a:r>
            <a:br/>
            <a:r>
              <a:t>76:     drawState.drawFlares = false;</a:t>
            </a:r>
            <a:br/>
            <a:r>
              <a:t>81:     R_BeginFlareSurfs(&amp;drawState.flareSurfGlob);</a:t>
            </a:r>
            <a:br/>
            <a:r>
              <a:t>87:   FX_SpriteReset(&amp;drawState.sprite);</a:t>
            </a:r>
            <a:br/>
            <a:r>
              <a:t>88:   drawState.system = system;</a:t>
            </a:r>
            <a:br/>
            <a:r>
              <a:t>91:   drawState.codeSurfThreadLocal = nullptr;</a:t>
            </a:r>
            <a:br/>
            <a:r>
              <a:t>94:   drawState.codeSurfListType = codeSurfListType;</a:t>
            </a:r>
            <a:br/>
            <a:r>
              <a:t>      ...</a:t>
            </a:r>
            <a:br/>
            <a:r>
              <a:t>104:  FX_DrawModularParticles(&amp;drawState, system,</a:t>
            </a:r>
            <a:br/>
            <a:r>
              <a:t>          codeSurfGlob, backEndData);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9B4FA"/>
                </a:solidFill>
                <a:latin typeface="Segoe UI"/>
              </a:defRPr>
            </a:pPr>
            <a:r>
              <a:t>This is all the planner gets — a terse alert + the surrounding source. No field types, no struct layout, no call 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1 —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LLM decomposes the alert into 6 targeted investigation leads: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Question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Is atlasDataOffsets assigned before line 104?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6C7086"/>
                          </a:solidFill>
                          <a:latin typeface="Cascadia Code"/>
                        </a:defRPr>
                      </a:pPr>
                      <a:r>
                        <a:t>Check caller init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Is padding assigned before line 104?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6C7086"/>
                          </a:solidFill>
                          <a:latin typeface="Cascadia Code"/>
                        </a:defRPr>
                      </a:pPr>
                      <a:r>
                        <a:t>Check caller init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Is flareSurfGlob initialized on the non-effect path?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6C7086"/>
                          </a:solidFill>
                          <a:latin typeface="Cascadia Code"/>
                        </a:defRPr>
                      </a:pPr>
                      <a:r>
                        <a:t>Conditional init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How does the callee use flareSurfGlob — including</a:t>
                      </a:r>
                      <a:br/>
                      <a:r>
                        <a:t>functions it delegates to?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6C7086"/>
                          </a:solidFill>
                          <a:latin typeface="Cascadia Code"/>
                        </a:defRPr>
                      </a:pPr>
                      <a:r>
                        <a:t>Trace downstream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How does the callee use atlasDataOffsets — including</a:t>
                      </a:r>
                      <a:br/>
                      <a:r>
                        <a:t>any functions it passes those offsets to?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6C7086"/>
                          </a:solidFill>
                          <a:latin typeface="Cascadia Code"/>
                        </a:defRPr>
                      </a:pPr>
                      <a:r>
                        <a:t>Deep data-flow trace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How does the callee use padding — including</a:t>
                      </a:r>
                      <a:br/>
                      <a:r>
                        <a:t>functions it passes the padding to?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6C7086"/>
                          </a:solidFill>
                          <a:latin typeface="Cascadia Code"/>
                        </a:defRPr>
                      </a:pPr>
                      <a:r>
                        <a:t>Trace downstream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E3A1"/>
                </a:solidFill>
                <a:latin typeface="Segoe UI"/>
              </a:defRPr>
            </a:pPr>
            <a:r>
              <a:t>Leads 1–3: What's initialized before the call?    Leads 4–6: What's actually read after the call?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2 — Investigation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Conf.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Tools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Key Finding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atlasDataOffsets NOT assigned — only DebugWipe zeros it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padding NOT assigned — only DebugWipe zeros it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On != EFFECT path, flareSurfGlob gets no init beyond DebugWipe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flareSurfGlob only consumed via Draw_LensFlare — which only runs on the == EFFECT path where R_BeginFlareSurfs already initialized it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atlasDataOffsets read only on cache HIT — but cache starts zeroed, so first access is always a MISS (write-first). Traced 12 levels deep to FX_AddAtlasDataReserveCodeSurfBuffers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padding NEVER read anywhere in the entire call chain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AB387"/>
                </a:solidFill>
                <a:latin typeface="Segoe UI"/>
              </a:defRPr>
            </a:pPr>
            <a:r>
              <a:t>Lead 5 was the hardest — required tracing through 12 nested function calls to reach the actual read/write site.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3 — Synthesizer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6E3A1"/>
                </a:solidFill>
                <a:latin typeface="Segoe UI"/>
              </a:defRPr>
            </a:pPr>
            <a:r>
              <a:t>Verdict:  FALSE POSITIVE  (No Issue — Code 1007)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031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scadia Code"/>
                        </a:defRPr>
                      </a:pPr>
                      <a:r>
                        <a:t>Why It's Safe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atlasDataOffsets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DebugWipe zeros it → cache-owner check guarantees write-before-read (zero ≠ valid material pointer)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flareSurfGlob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Uninitialized only on non-effect path → but flare drawing only executes on the effect path where R_BeginFlareSurfs initializes it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padding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Zero from DebugWipe, never read anywhere — no sink exists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086"/>
                </a:solidFill>
                <a:latin typeface="Cascadia Code"/>
              </a:defRPr>
            </a:pPr>
            <a:r>
              <a:t>Run Stats:  40 tool calls  ·  6 leads (all high confidence)  ·  $1.68  ·  ~8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Why This Case Is Interesting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B387"/>
                </a:solidFill>
                <a:latin typeface="Segoe UI"/>
              </a:defRPr>
            </a:pPr>
            <a:r>
              <a:t>Deep delegation chains challenge agentic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DD6F4"/>
                </a:solidFill>
                <a:latin typeface="Segoe UI"/>
              </a:defRPr>
            </a:pPr>
            <a:endParaRPr/>
          </a:p>
          <a:p>
            <a:pPr>
              <a:spcBef>
                <a:spcPts val="12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Lead 5 required tracing atlasDataOffsets through 12 nested</a:t>
            </a:r>
            <a:br/>
            <a:r>
              <a:t>function calls before reaching FX_AddAtlasDataReserveCodeSurfBuffers</a:t>
            </a:r>
            <a:br/>
            <a:r>
              <a:t>— the only place the field is actually read/written.</a:t>
            </a:r>
          </a:p>
          <a:p>
            <a:pPr>
              <a:spcBef>
                <a:spcPts val="12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Without the full trace, the engine sees "field never assigned" +</a:t>
            </a:r>
            <a:br/>
            <a:r>
              <a:t>"field passed to callee" → wrong True Positive verdict.</a:t>
            </a:r>
          </a:p>
          <a:p>
            <a:pPr>
              <a:spcBef>
                <a:spcPts val="1200"/>
              </a:spcBef>
              <a:defRPr sz="1700" b="0">
                <a:solidFill>
                  <a:srgbClr val="89B4FA"/>
                </a:solidFill>
                <a:latin typeface="Segoe UI"/>
              </a:defRPr>
            </a:pPr>
            <a:r>
              <a:t>Three prompt-level fixes made the model reliably follow the chain:</a:t>
            </a:r>
          </a:p>
          <a:p>
            <a:pPr>
              <a:spcBef>
                <a:spcPts val="1200"/>
              </a:spcBef>
              <a:defRPr sz="1700" b="0">
                <a:solidFill>
                  <a:srgbClr val="A6E3A1"/>
                </a:solidFill>
                <a:latin typeface="Segoe UI"/>
              </a:defRPr>
            </a:pPr>
            <a:r>
              <a:t>  1. Planner: scope questions to include transitive callees</a:t>
            </a:r>
          </a:p>
          <a:p>
            <a:pPr>
              <a:spcBef>
                <a:spcPts val="1200"/>
              </a:spcBef>
              <a:defRPr sz="1700" b="0">
                <a:solidFill>
                  <a:srgbClr val="A6E3A1"/>
                </a:solidFill>
                <a:latin typeface="Segoe UI"/>
              </a:defRPr>
            </a:pPr>
            <a:r>
              <a:t>  2. Investigator: "cannot answer until you follow the chain"</a:t>
            </a:r>
          </a:p>
          <a:p>
            <a:pPr>
              <a:spcBef>
                <a:spcPts val="1200"/>
              </a:spcBef>
              <a:defRPr sz="1700" b="0">
                <a:solidFill>
                  <a:srgbClr val="A6E3A1"/>
                </a:solidFill>
                <a:latin typeface="Segoe UI"/>
              </a:defRPr>
            </a:pPr>
            <a:r>
              <a:t>  3. Investigator: "stopping at a pass-through is incomplete"</a:t>
            </a:r>
          </a:p>
          <a:p>
            <a:pPr>
              <a:spcBef>
                <a:spcPts val="12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Budget extension mechanism (12 → 16 rounds) prevents the agent</a:t>
            </a:r>
            <a:br/>
            <a:r>
              <a:t>from being cut off mid-trace when it's still productive.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Problem: Non-Deterministic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B387"/>
                </a:solidFill>
                <a:latin typeface="Cascadia Code"/>
              </a:defRPr>
            </a:pPr>
            <a:r>
              <a:t>“How does FX_DrawModularParticles use drawState.atlasDataOffsets after the call at line 104?”</a:t>
            </a:r>
          </a:p>
        </p:txBody>
      </p:sp>
      <p:pic>
        <p:nvPicPr>
          <p:cNvPr id="4" name="Picture 3" descr="slide7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88" y="1987200"/>
            <a:ext cx="6638327" cy="276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Same lead, same prompt, same model — wildly different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The Cause and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1000"/>
              </a:spcBef>
              <a:defRPr sz="17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THE CAUSE</a:t>
            </a:r>
          </a:p>
          <a:p>
            <a:pPr>
              <a:spcBef>
                <a:spcPts val="10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The prompt says: “CAN I ANSWER NOW? If remaining unknowns would not change the answer, stop.”</a:t>
            </a:r>
          </a:p>
          <a:p>
            <a:pPr>
              <a:spcBef>
                <a:spcPts val="1000"/>
              </a:spcBef>
              <a:defRPr sz="1700" b="0">
                <a:solidFill>
                  <a:srgbClr val="FAB387"/>
                </a:solidFill>
                <a:latin typeface="Segoe UI"/>
              </a:defRPr>
            </a:pPr>
            <a:r>
              <a:rPr dirty="0"/>
              <a:t>Agents 3,4: “Function A doesn’t access field X → I can answer” — ignores that Function A passes the entire struct to Function B</a:t>
            </a:r>
          </a:p>
          <a:p>
            <a:pPr>
              <a:spcBef>
                <a:spcPts val="1000"/>
              </a:spcBef>
              <a:defRPr sz="1700" b="0">
                <a:solidFill>
                  <a:srgbClr val="6C7086"/>
                </a:solidFill>
                <a:latin typeface="Segoe UI"/>
              </a:defRPr>
            </a:pPr>
            <a:r>
              <a:rPr sz="1700" dirty="0">
                <a:solidFill>
                  <a:srgbClr val="A6E3A1"/>
                </a:solidFill>
                <a:latin typeface="Segoe UI"/>
              </a:rPr>
              <a:t>Agents 2,5 reasoned more deeply and followed Function B and so on</a:t>
            </a:r>
          </a:p>
          <a:p>
            <a:pPr>
              <a:spcBef>
                <a:spcPts val="10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1000"/>
              </a:spcBef>
              <a:defRPr sz="17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THE FIX  (3 prompt changes)</a:t>
            </a:r>
          </a:p>
          <a:p>
            <a:pPr>
              <a:spcBef>
                <a:spcPts val="1000"/>
              </a:spcBef>
              <a:defRPr sz="1700" b="0">
                <a:solidFill>
                  <a:srgbClr val="A6E3A1"/>
                </a:solidFill>
                <a:latin typeface="Segoe UI"/>
              </a:defRPr>
            </a:pPr>
            <a:r>
              <a:rPr dirty="0"/>
              <a:t>1. Investigator: “…But if the data is passed to a callee, you CANNOT answer until you follow the chain”</a:t>
            </a:r>
          </a:p>
          <a:p>
            <a:pPr>
              <a:spcBef>
                <a:spcPts val="1000"/>
              </a:spcBef>
              <a:defRPr sz="1700" b="0">
                <a:solidFill>
                  <a:srgbClr val="A6E3A1"/>
                </a:solidFill>
                <a:latin typeface="Segoe UI"/>
              </a:defRPr>
            </a:pPr>
            <a:r>
              <a:rPr dirty="0"/>
              <a:t>2. Investigator FOLLOW DELEGATION CHAINS: “Stopping at a pass-through is an incomplete answer. You must look up the callee.”</a:t>
            </a:r>
          </a:p>
          <a:p>
            <a:pPr>
              <a:spcBef>
                <a:spcPts val="1000"/>
              </a:spcBef>
              <a:defRPr sz="1700" b="0">
                <a:solidFill>
                  <a:srgbClr val="A6E3A1"/>
                </a:solidFill>
                <a:latin typeface="Segoe UI"/>
              </a:defRPr>
            </a:pPr>
            <a:r>
              <a:rPr dirty="0"/>
              <a:t>3. Planner: “When a question asks how a function uses data, scope it to include any functions the data is passed to, not just the immediate function.”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994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LIGGETT, TRACE</cp:lastModifiedBy>
  <cp:revision>2</cp:revision>
  <dcterms:created xsi:type="dcterms:W3CDTF">2013-01-27T09:14:16Z</dcterms:created>
  <dcterms:modified xsi:type="dcterms:W3CDTF">2026-03-26T21:30:21Z</dcterms:modified>
  <cp:category/>
</cp:coreProperties>
</file>